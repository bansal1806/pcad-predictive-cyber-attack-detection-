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PCAD: Predictive Cyber Attack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Moving from Reactive Detection to Proactive 5-Minute Prediction</a:t>
            </a:r>
          </a:p>
          <a:p/>
          <a:p>
            <a:r>
              <a:t>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Reactive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cybersecurity systems are fundamentally reactive.</a:t>
            </a:r>
          </a:p>
          <a:p>
            <a:pPr lvl="1"/>
            <a:r>
              <a:t>Intrusion Detection Systems (IDS) and Firewalls only alert security teams AFTER an attack has breached the perimeter.</a:t>
            </a:r>
          </a:p>
          <a:p>
            <a:pPr lvl="1"/>
            <a:r>
              <a:t>By the time the dashboard flashes red, the damage is already being done.</a:t>
            </a:r>
          </a:p>
          <a:p>
            <a:pPr lvl="1"/>
            <a:r>
              <a:t>Current models focus on classifying packets as they arrive, leaving zero lead time for countermeasures.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PCAD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PCAD flips the paradigm from reactive to proactive.</a:t>
            </a:r>
          </a:p>
          <a:p>
            <a:pPr lvl="1"/>
            <a:r>
              <a:t>Instead of detecting an ongoing attack, PCAD predicts an attack 5 minutes before it happens.</a:t>
            </a:r>
          </a:p>
          <a:p>
            <a:pPr lvl="1"/>
            <a:r>
              <a:t>By analyzing subtle, early 'precursor' network telemetry (e.g., stealthy port scans, tiny probe packets).</a:t>
            </a:r>
          </a:p>
          <a:p>
            <a:pPr lvl="1"/>
            <a:r>
              <a:t>Provides automated systems and SOC Analysts the critical time needed to isolate servers or block IPs before the payload drops.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Engineering: The 5-Minute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 we predict the future?</a:t>
            </a:r>
          </a:p>
          <a:p>
            <a:pPr lvl="1"/>
            <a:r>
              <a:t>We utilized a Sliding Time Window approach during data preprocessing.</a:t>
            </a:r>
          </a:p>
          <a:p>
            <a:pPr lvl="1"/>
            <a:r>
              <a:t>The binary target labels (0=Normal, 1=Attack) were shifted backwards by exactly 5 minutes.</a:t>
            </a:r>
          </a:p>
          <a:p>
            <a:pPr lvl="1"/>
            <a:r>
              <a:t>The model was forced to evaluate 'Normal' traffic happening right now, and map it to the 'Attack' state 5 minutes later.</a:t>
            </a:r>
          </a:p>
          <a:p>
            <a:pPr lvl="1"/>
            <a:r>
              <a:t>This allows the model to mathematically recognize the silent scouting phases that precede major attacks.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Machine Learning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Powered by an Ensemble of Tree-Based Models (Random Forest / XGBoost)</a:t>
            </a:r>
          </a:p>
          <a:p>
            <a:pPr lvl="1"/>
            <a:r>
              <a:t>Binary Classification Model: Optimized for pure speed and ultra-low latency. It only needs to answer 'Is this anomalous?' to provide maximum lead time.</a:t>
            </a:r>
          </a:p>
          <a:p>
            <a:pPr lvl="1"/>
            <a:r>
              <a:t>Explainable AI (XAI): We integrated SHAP (Shapley Additive exPlanations).</a:t>
            </a:r>
          </a:p>
          <a:p>
            <a:pPr lvl="2"/>
            <a:r>
              <a:t>Eliminates the 'Black Box' problem by showing security analysts exactly WHICH network features (like Packet Length or Forward Packets) triggered the alert.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Full-Stack, Decoupled Architecture</a:t>
            </a:r>
          </a:p>
          <a:p>
            <a:pPr lvl="1"/>
            <a:r>
              <a:t>Backend: Python / FastAPI. Provides highly concurrent REST endpoints protected by strict API Key authentication.</a:t>
            </a:r>
          </a:p>
          <a:p>
            <a:pPr lvl="1"/>
            <a:r>
              <a:t>Machine Learning: Pre-compiled Scikit-Learn models loaded entirely into memory for sub-millisecond inference speeds.</a:t>
            </a:r>
          </a:p>
          <a:p>
            <a:pPr lvl="1"/>
            <a:r>
              <a:t>Frontend: React.js / Vite / Tailwind CSS. A dynamic Single Page Application (SPA).</a:t>
            </a:r>
          </a:p>
          <a:p>
            <a:pPr lvl="2"/>
            <a:r>
              <a:t>Features a custom 'Aegis Sentinel' SOC dark-mode theme, utilizing polling and Recharts for live dynamic telemetry rendering.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Deep Dive: Attack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our live demonstration, we built a Two-Tier Simulation.</a:t>
            </a:r>
          </a:p>
          <a:p>
            <a:pPr lvl="1"/>
            <a:r>
              <a:t>Tier 1: Our native fast Binary Classifier flags the traffic 5 minutes in advance.</a:t>
            </a:r>
          </a:p>
          <a:p>
            <a:pPr lvl="1"/>
            <a:r>
              <a:t>Tier 2: The dashboard simulates a heavier Multi-Class classification model output to identify the exact threat vector (e.g., DDoS Syn Flood).</a:t>
            </a:r>
          </a:p>
          <a:p>
            <a:pPr lvl="1"/>
            <a:r>
              <a:t>Packet Size Anomalies: During simulation, packet sizes drop dramatically (e.g., 40 bytes) because real DDoS attacks use tiny, empty packets to exhaust Server CPUs rather than bandwidth.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PCAD successfully shifts network defense from reactive monitoring to proactive, 5-minute prediction.</a:t>
            </a:r>
          </a:p>
          <a:p>
            <a:pPr lvl="1"/>
            <a:r>
              <a:t>Combines high-speed binary ML models with SHAP explainability.</a:t>
            </a:r>
          </a:p>
          <a:p>
            <a:pPr lvl="1"/>
            <a:r>
              <a:t>Packaged in an enterprise-ready, scalable React and FastAPI architecture.</a:t>
            </a:r>
          </a:p>
          <a:p>
            <a:pPr lvl="1"/>
            <a: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